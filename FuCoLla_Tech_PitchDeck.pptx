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560320"/>
            <a:ext cx="-6959" cy="159390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59016" y="2877888"/>
            <a:ext cx="-34531" cy="155760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6510" y="3185806"/>
            <a:ext cx="-61054" cy="147398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1787" y="3474720"/>
            <a:ext cx="-85722" cy="134557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8942" y="3735850"/>
            <a:ext cx="-107785" cy="117627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33530" y="3961262"/>
            <a:ext cx="-126573" cy="97123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4144107"/>
            <a:ext cx="-141516" cy="73668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83486" y="4278830"/>
            <a:ext cx="-152158" cy="47975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5568" y="4361336"/>
            <a:ext cx="-158177" cy="20824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4389120"/>
            <a:ext cx="-159390" cy="-6959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40432" y="4361336"/>
            <a:ext cx="-155760" cy="-34531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2514" y="4278830"/>
            <a:ext cx="-147398" cy="-61054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4144107"/>
            <a:ext cx="-134557" cy="-85722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470" y="3961262"/>
            <a:ext cx="-117627" cy="-107785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57058" y="3735850"/>
            <a:ext cx="-97123" cy="-126573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4213" y="3474720"/>
            <a:ext cx="-73668" cy="-141516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9490" y="3185806"/>
            <a:ext cx="-47975" cy="-152158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984" y="2877888"/>
            <a:ext cx="-20824" cy="-158177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560320"/>
            <a:ext cx="6959" cy="-159390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6984" y="2242752"/>
            <a:ext cx="34531" cy="-155760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9490" y="1934834"/>
            <a:ext cx="61054" cy="-147398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74213" y="1645920"/>
            <a:ext cx="85722" cy="-134557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7058" y="1384790"/>
            <a:ext cx="107785" cy="-117627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2470" y="1159378"/>
            <a:ext cx="126573" cy="-97123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976533"/>
            <a:ext cx="141516" cy="-73668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2514" y="841810"/>
            <a:ext cx="152158" cy="-47975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0432" y="759304"/>
            <a:ext cx="158177" cy="-20824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731520"/>
            <a:ext cx="159390" cy="6959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5568" y="759304"/>
            <a:ext cx="155760" cy="34531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83486" y="841810"/>
            <a:ext cx="147398" cy="61054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976533"/>
            <a:ext cx="134557" cy="85722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33530" y="1159378"/>
            <a:ext cx="117627" cy="107785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58942" y="1384790"/>
            <a:ext cx="97123" cy="126573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41787" y="1645920"/>
            <a:ext cx="73668" cy="141516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76510" y="1934834"/>
            <a:ext cx="47975" cy="152158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59016" y="2242752"/>
            <a:ext cx="20824" cy="158177"/>
          </a:xfrm>
          <a:prstGeom prst="line">
            <a:avLst/>
          </a:prstGeom>
          <a:noFill/>
          <a:ln w="6350">
            <a:solidFill>
              <a:srgbClr val="7A6130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731520"/>
            <a:ext cx="1828800" cy="182880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2560320"/>
            <a:ext cx="-1828800" cy="182880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4389120"/>
            <a:ext cx="-1828800" cy="-182880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2560320"/>
            <a:ext cx="1828800" cy="-182880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1188720"/>
            <a:ext cx="1371600" cy="137160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2560320"/>
            <a:ext cx="-1371600" cy="137160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0" y="3931920"/>
            <a:ext cx="-1371600" cy="-137160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2560320"/>
            <a:ext cx="1371600" cy="-137160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2560320"/>
            <a:ext cx="3657600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731520"/>
            <a:ext cx="0" cy="365760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48272" y="2450592"/>
            <a:ext cx="219456" cy="21945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1645920"/>
            <a:ext cx="45720" cy="1828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DIGITAL · IDENTIDAD ANDINA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" y="17830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FuCoLla</a:t>
            </a:r>
            <a:pPr indent="0" marL="0">
              <a:buNone/>
            </a:pPr>
            <a:r>
              <a:rPr lang="en-US" sz="60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Tech</a:t>
            </a:r>
            <a:endParaRPr lang="en-US" sz="6000" dirty="0"/>
          </a:p>
        </p:txBody>
      </p:sp>
      <p:sp>
        <p:nvSpPr>
          <p:cNvPr id="52" name="Text 50"/>
          <p:cNvSpPr/>
          <p:nvPr/>
        </p:nvSpPr>
        <p:spPr>
          <a:xfrm>
            <a:off x="594360" y="28346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Digital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comunidades que merecen conectarse.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1828800" cy="914"/>
          </a:xfrm>
          <a:prstGeom prst="rect">
            <a:avLst/>
          </a:prstGeom>
          <a:solidFill>
            <a:srgbClr val="7A6130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 nombre es Mariana, y vengo de una realidad donde la distancia muchas veces limita las oportunidades."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comunidades rurales y originarias, especialmente en los cerros, las personas tienen potencial y ganas de aprender… pero sin acceso a herramientas digitales básicas.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548640"/>
            <a:ext cx="3931920" cy="123444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548640"/>
            <a:ext cx="54864" cy="1234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6217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8961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26187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diseño, educación e IA son pagas y fuera del alcance.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3931920" cy="123444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011680"/>
            <a:ext cx="54864" cy="1234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0848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591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27249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rurales sin infraestructura de conectividad adecuada.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3931920" cy="123444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474720"/>
            <a:ext cx="54864" cy="1234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5478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822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Exclusión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41879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lugar de nacimiento no debería definir hasta dónde se puede llegar.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114800" y="1389888"/>
            <a:ext cx="9144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FuCoLla Tech conecta oportunidades tecnológicas con quienes más las necesitan,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inspirándose en el espíritu del Qhapaq Ñan — el gran camino andino.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651760" cy="228600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468880"/>
            <a:ext cx="2651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Solicitar Acceso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herramientas digitales de diseño, educación e IA mediante un formulario simple.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2651760" cy="228600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2468880"/>
            <a:ext cx="2651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Conectar Recursos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Becas, cursos gratuitos y herramientas accesibles desde cualquier celular básico.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468880"/>
            <a:ext cx="2651760" cy="228600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468880"/>
            <a:ext cx="2651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Recibir Apoyo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4930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personas y comunidades que quieren ayudar con recursos y conocimiento.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entorno simple, liviano y accesible desde celulares basicos."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1097280"/>
            <a:ext cx="1463040" cy="146304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2560320"/>
            <a:ext cx="-1463040" cy="146304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4023360"/>
            <a:ext cx="-1463040" cy="-146304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3560" y="2560320"/>
            <a:ext cx="1463040" cy="-1463040"/>
          </a:xfrm>
          <a:prstGeom prst="line">
            <a:avLst/>
          </a:prstGeom>
          <a:noFill/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13448" y="2487168"/>
            <a:ext cx="146304" cy="146304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16459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Qhapaq Ñan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0352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que conecta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pueblos en la era digital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Nuestro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Diferencial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7315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consumo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377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conexiones lentas y dispositivos básicos.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social + tecnológico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reales, legales y sostenibles.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territorial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desde y para comunidades rurales y originarias del NOA.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colaborativa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434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quienes necesitan con quienes pueden ayudar.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Actual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840480" y="1389888"/>
            <a:ext cx="146304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645920"/>
            <a:ext cx="2651760" cy="173736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383280"/>
            <a:ext cx="2651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556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alcanzadas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validando el acceso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651760" cy="173736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3383280"/>
            <a:ext cx="2651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7556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37560" y="2542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contenidos activos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651760" cy="173736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3383280"/>
            <a:ext cx="26517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7556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172200" y="25420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Aliados potenciales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y voluntarios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611880"/>
            <a:ext cx="6400800" cy="114300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3611880"/>
            <a:ext cx="64008" cy="1143000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3703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DESPLEGADO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400507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0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funcional en producción que valida la necesidad y comienza a generar impacto real en comunidades.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45920"/>
            <a:ext cx="2651760" cy="192024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la 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791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aliados estratégicos y ampliar el alcance a nuevas comunidades.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645920"/>
            <a:ext cx="2651760" cy="192024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737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267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Nuevos recursos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6791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herramientas gratuitas de IA y diseño adaptadas al contexto.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645920"/>
            <a:ext cx="2651760" cy="192024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737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2677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sostenible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6791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9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modelo de financiamiento social y alianzas institucionales.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231A0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794760"/>
            <a:ext cx="64008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8862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"Porque creemos que el lugar donde nacés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F0E8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debería definir hasta dónde podés llegar."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6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FuCoLla Tech · fucolla.tech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FuCoLla Tech – Pitch Deck</dc:title>
  <dc:subject>PptxGenJS Presentation</dc:subject>
  <dc:creator>PptxGenJS</dc:creator>
  <cp:lastModifiedBy>PptxGenJS</cp:lastModifiedBy>
  <cp:revision>1</cp:revision>
  <dcterms:created xsi:type="dcterms:W3CDTF">2026-05-04T20:40:02Z</dcterms:created>
  <dcterms:modified xsi:type="dcterms:W3CDTF">2026-05-04T20:40:02Z</dcterms:modified>
</cp:coreProperties>
</file>